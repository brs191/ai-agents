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Azure FinOps Orchestrated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9144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Client / VS Code /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8288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Go Runtime Service</a:t>
            </a:r>
            <a:br/>
            <a:r>
              <a:t>(API Layer)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7432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Orchestrator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Correlation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5720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Shared State</a:t>
            </a:r>
            <a:br/>
            <a:r>
              <a:t>(JSON)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4864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MCP Client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64008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Azure Cost 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73152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Azure Cost Mgmt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Sequence Flow: FinOps Orchestrated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600"/>
            </a:pPr>
            <a:r>
              <a:t>1. Client → Runtime Service: POST /api/v1/run</a:t>
            </a:r>
            <a:br/>
            <a:r>
              <a:t>2. Service → Orchestrator: Forward request</a:t>
            </a:r>
            <a:br/>
            <a:r>
              <a:t>3. Orchestrator → Analyst Agent: Gather cost data</a:t>
            </a:r>
            <a:br/>
            <a:r>
              <a:t>4. Analyst → MCP Client → MCP Server → Azure APIs: Fetch cost data</a:t>
            </a:r>
            <a:br/>
            <a:r>
              <a:t>5. MCP → Analyst: Return structured results</a:t>
            </a:r>
            <a:br/>
            <a:r>
              <a:t>6. Orchestrator → Correlation Agent: Analyze repo/infra hints</a:t>
            </a:r>
            <a:br/>
            <a:r>
              <a:t>7. Orchestrator → Reviewer Agent: Validate findings &amp; risks</a:t>
            </a:r>
            <a:br/>
            <a:r>
              <a:t>8. Orchestrator → Planner Agent: Build action plan</a:t>
            </a:r>
            <a:br/>
            <a:r>
              <a:t>9. Orchestrator → Executive Agent: Generate summary (optional)</a:t>
            </a:r>
            <a:br/>
            <a:r>
              <a:t>10. Orchestrator → Service: Final response</a:t>
            </a:r>
            <a:br/>
            <a:r>
              <a:t>11. Service → Client: Return JSON output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Business Value: Cost Savings &amp; Automation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💰 Cost Savings</a:t>
            </a:r>
          </a:p>
          <a:p>
            <a:pPr lvl="1">
              <a:defRPr sz="1400"/>
            </a:pPr>
            <a:r>
              <a:t>Identify top spend drivers using real-time data (MCP)</a:t>
            </a:r>
          </a:p>
          <a:p>
            <a:pPr lvl="1">
              <a:defRPr sz="1400"/>
            </a:pPr>
            <a:r>
              <a:t>Detect anomalies early → avoid cost overruns</a:t>
            </a:r>
          </a:p>
          <a:p>
            <a:pPr lvl="1">
              <a:defRPr sz="1400"/>
            </a:pPr>
            <a:r>
              <a:t>Optimize high-cost services (compute, network, storage)</a:t>
            </a:r>
          </a:p>
          <a:p>
            <a:pPr lvl="1">
              <a:defRPr sz="1400"/>
            </a:pPr>
            <a:r>
              <a:t>Reduce waste (idle resources, over-provisioning)</a:t>
            </a:r>
          </a:p>
          <a:p>
            <a:pPr lvl="1">
              <a:defRPr sz="1400"/>
            </a:pPr>
            <a:r>
              <a:t>Typical savings potential: 15–30% cloud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⚙️ Automation ROI</a:t>
            </a:r>
          </a:p>
          <a:p>
            <a:pPr lvl="1">
              <a:defRPr sz="1400"/>
            </a:pPr>
            <a:r>
              <a:t>Automate FinOps analysis (no manual spreadsheets)</a:t>
            </a:r>
          </a:p>
          <a:p>
            <a:pPr lvl="1">
              <a:defRPr sz="1400"/>
            </a:pPr>
            <a:r>
              <a:t>Reduce investigation time from hours → minutes</a:t>
            </a:r>
          </a:p>
          <a:p>
            <a:pPr lvl="1">
              <a:defRPr sz="1400"/>
            </a:pPr>
            <a:r>
              <a:t>Consistent decision-making via orchestrated agents</a:t>
            </a:r>
          </a:p>
          <a:p>
            <a:pPr lvl="1">
              <a:defRPr sz="1400"/>
            </a:pPr>
            <a:r>
              <a:t>Enable proactive cost governance</a:t>
            </a:r>
          </a:p>
          <a:p>
            <a:pPr lvl="1">
              <a:defRPr sz="1400"/>
            </a:pPr>
            <a:r>
              <a:t>Free engineering time for high-value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🚀 Outcome: Intelligent, automated FinOps platform delivering measurable savings, faster decisions, and scalable cost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Enterprise Architecture (Azure-based FinOps Platform)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🧠 Application Layer</a:t>
            </a:r>
          </a:p>
          <a:p>
            <a:pPr lvl="1">
              <a:defRPr sz="1400"/>
            </a:pPr>
            <a:r>
              <a:t>VS Code Agent Workspace</a:t>
            </a:r>
          </a:p>
          <a:p>
            <a:pPr lvl="1">
              <a:defRPr sz="1400"/>
            </a:pPr>
            <a:r>
              <a:t>FinOps Orchestrator (Go Service)</a:t>
            </a:r>
          </a:p>
          <a:p>
            <a:pPr lvl="1">
              <a:defRPr sz="1400"/>
            </a:pPr>
            <a:r>
              <a:t>Custom AI Agents (Analyst, Reviewer, Planner)</a:t>
            </a:r>
          </a:p>
          <a:p>
            <a:pPr lvl="1">
              <a:defRPr sz="1400"/>
            </a:pPr>
            <a:r>
              <a:t>REST API Layer (Azure App Service / Container Apps)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⚙️ AI &amp; Orchestration Layer</a:t>
            </a:r>
          </a:p>
          <a:p>
            <a:pPr lvl="1">
              <a:defRPr sz="1400"/>
            </a:pPr>
            <a:r>
              <a:t>Azure OpenAI (Responses API)</a:t>
            </a:r>
          </a:p>
          <a:p>
            <a:pPr lvl="1">
              <a:defRPr sz="1400"/>
            </a:pPr>
            <a:r>
              <a:t>Prompt / Agent Framework</a:t>
            </a:r>
          </a:p>
          <a:p>
            <a:pPr lvl="1">
              <a:defRPr sz="1400"/>
            </a:pPr>
            <a:r>
              <a:t>Workflow Orchestrator Logic</a:t>
            </a:r>
          </a:p>
          <a:p>
            <a:pPr lvl="1">
              <a:defRPr sz="1400"/>
            </a:pPr>
            <a:r>
              <a:t>Memory / Context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🔌 Integration Layer</a:t>
            </a:r>
          </a:p>
          <a:p>
            <a:pPr lvl="1">
              <a:defRPr sz="1400"/>
            </a:pPr>
            <a:r>
              <a:t>MCP Client (Go)</a:t>
            </a:r>
          </a:p>
          <a:p>
            <a:pPr lvl="1">
              <a:defRPr sz="1400"/>
            </a:pPr>
            <a:r>
              <a:t>Azure Cloud Cost MCP Server</a:t>
            </a:r>
          </a:p>
          <a:p>
            <a:pPr lvl="1">
              <a:defRPr sz="1400"/>
            </a:pPr>
            <a:r>
              <a:t>Extensible MCP Servers (K8s, DevOps, DB)</a:t>
            </a:r>
          </a:p>
          <a:p>
            <a:pPr lvl="1">
              <a:defRPr sz="1400"/>
            </a:pPr>
            <a:r>
              <a:t>API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☁️ Azure Data &amp; Platform Layer</a:t>
            </a:r>
          </a:p>
          <a:p>
            <a:pPr lvl="1">
              <a:defRPr sz="1400"/>
            </a:pPr>
            <a:r>
              <a:t>Azure Cost Management APIs</a:t>
            </a:r>
          </a:p>
          <a:p>
            <a:pPr lvl="1">
              <a:defRPr sz="1400"/>
            </a:pPr>
            <a:r>
              <a:t>Azure Monitor / Log Analytics</a:t>
            </a:r>
          </a:p>
          <a:p>
            <a:pPr lvl="1">
              <a:defRPr sz="1400"/>
            </a:pPr>
            <a:r>
              <a:t>Azure Resource Graph</a:t>
            </a:r>
          </a:p>
          <a:p>
            <a:pPr lvl="1">
              <a:defRPr sz="1400"/>
            </a:pPr>
            <a:r>
              <a:t>Azure Kubernetes Service (AKS)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Outcome: Enterprise-grade, AI-powered FinOps platform integrating Azure services with MCP-driven intelligence and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Security Architecture (Azure FinOps Platform)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🔐 Identity &amp; Access (Entra ID)</a:t>
            </a:r>
          </a:p>
          <a:p>
            <a:pPr lvl="1">
              <a:defRPr sz="1400"/>
            </a:pPr>
            <a:r>
              <a:t>Microsoft Entra ID for authentication</a:t>
            </a:r>
          </a:p>
          <a:p>
            <a:pPr lvl="1">
              <a:defRPr sz="1400"/>
            </a:pPr>
            <a:r>
              <a:t>Managed Identities for services</a:t>
            </a:r>
          </a:p>
          <a:p>
            <a:pPr lvl="1">
              <a:defRPr sz="1400"/>
            </a:pPr>
            <a:r>
              <a:t>Service Principals for MCP server access</a:t>
            </a:r>
          </a:p>
          <a:p>
            <a:pPr lvl="1">
              <a:defRPr sz="1400"/>
            </a:pPr>
            <a:r>
              <a:t>OAuth2 / Token-based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🛡️ Authorization (RBAC)</a:t>
            </a:r>
          </a:p>
          <a:p>
            <a:pPr lvl="1">
              <a:defRPr sz="1400"/>
            </a:pPr>
            <a:r>
              <a:t>Azure RBAC for resource-level permissions</a:t>
            </a:r>
          </a:p>
          <a:p>
            <a:pPr lvl="1">
              <a:defRPr sz="1400"/>
            </a:pPr>
            <a:r>
              <a:t>Least privilege access model</a:t>
            </a:r>
          </a:p>
          <a:p>
            <a:pPr lvl="1">
              <a:defRPr sz="1400"/>
            </a:pPr>
            <a:r>
              <a:t>Scoped access (subscription / resource group)</a:t>
            </a:r>
          </a:p>
          <a:p>
            <a:pPr lvl="1">
              <a:defRPr sz="1400"/>
            </a:pPr>
            <a:r>
              <a:t>Role assignments for FinOps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🔑 Secrets Management (Key Vault)</a:t>
            </a:r>
          </a:p>
          <a:p>
            <a:pPr lvl="1">
              <a:defRPr sz="1400"/>
            </a:pPr>
            <a:r>
              <a:t>Store API keys and secrets securely</a:t>
            </a:r>
          </a:p>
          <a:p>
            <a:pPr lvl="1">
              <a:defRPr sz="1400"/>
            </a:pPr>
            <a:r>
              <a:t>Rotate secrets automatically</a:t>
            </a:r>
          </a:p>
          <a:p>
            <a:pPr lvl="1">
              <a:defRPr sz="1400"/>
            </a:pPr>
            <a:r>
              <a:t>Access via Managed Identity</a:t>
            </a:r>
          </a:p>
          <a:p>
            <a:pPr lvl="1">
              <a:defRPr sz="1400"/>
            </a:pPr>
            <a:r>
              <a:t>No secrets in code or config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📊 Monitoring &amp; Security</a:t>
            </a:r>
          </a:p>
          <a:p>
            <a:pPr lvl="1">
              <a:defRPr sz="1400"/>
            </a:pPr>
            <a:r>
              <a:t>Azure Monitor for logging and alerts</a:t>
            </a:r>
          </a:p>
          <a:p>
            <a:pPr lvl="1">
              <a:defRPr sz="1400"/>
            </a:pPr>
            <a:r>
              <a:t>Log Analytics for audit trails</a:t>
            </a:r>
          </a:p>
          <a:p>
            <a:pPr lvl="1">
              <a:defRPr sz="1400"/>
            </a:pPr>
            <a:r>
              <a:t>Defender for Cloud for threat protection</a:t>
            </a:r>
          </a:p>
          <a:p>
            <a:pPr lvl="1">
              <a:defRPr sz="1400"/>
            </a:pPr>
            <a:r>
              <a:t>Anomaly alerts for cost and access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Outcome: Secure, compliant, enterprise-grade FinOps platform with identity-driven access, least privilege enforcement, and centralized secrets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